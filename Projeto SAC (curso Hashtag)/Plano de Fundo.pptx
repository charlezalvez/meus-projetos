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6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91" d="100"/>
          <a:sy n="91" d="100"/>
        </p:scale>
        <p:origin x="22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742642-FB66-4713-BA2B-D266704A518E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B8939-913A-4E37-8810-23ED74F21D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7754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4AD69-6C42-227D-C2BE-BB6129946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1A105F-2B50-4778-0F1A-28DCE3CC1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6A2D07-40E1-AB7B-1F62-A4AEADC82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A2586B-7D61-85CF-3A16-C6636719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1CC5A5-B1E1-4633-52BF-2EC1900A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3967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DCCF4-80E1-4C33-7A98-9B97C236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E82C90-59F6-EFD7-2B2A-FAE850AAE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7CBCD5-1B8C-D5E4-14F1-2C37B6955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994080-345D-DCE1-1621-229819E6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5FFE85-84DC-51BF-6CE6-5856B31D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89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6C648-0766-B8B8-0114-578954E8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C89384-B50D-FE48-F17F-58B1495A7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3DCC0E-5665-1E42-48C9-BD3F8911E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1D5273-15E4-2B56-C04F-6FA3A737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0297D2-F5DC-04DE-9DED-1187C57A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4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77318-D4B2-D4AF-0C07-CE9A9E88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7C615B-7B1D-B2DE-D90B-9D5EA04F6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33DBC4-F1D1-6F2F-3762-EDD72D8D7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1B8029-AEC8-B50C-B53D-82DE9500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D89848-D00B-0333-759B-7FFA836F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F9FB50-473B-AC04-7D36-7D8F53A9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42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7F4CD-98B4-A45E-A3E6-CE4B9028C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911198-0406-6878-54BD-95E5C18D6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1BC346-DACB-B458-3132-378E70DB7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7E93CD-2CB3-D90B-1559-5D73BF0C9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235B2F-687F-ADEE-F3B2-C14583033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9B8B2F-63D2-8E87-1F93-B245A4D8C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428B349-4BF9-6EA4-27AB-6168D649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2D1ABE9-4AEC-4A61-9162-9E53AA906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4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695B8-FA61-2BAA-964B-5EBC50C5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9DB851-3692-007F-A1FC-B1103F829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D35112B-2505-C55B-4F76-E988399B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538111-AED1-E3FE-43F5-7F1DBD51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88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60F840-2432-A2B1-D28A-4A496E996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5D5EB79-3E35-4DEE-F886-227D3F14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8F666C-517C-133D-AFDD-A4A0EB93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764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A64D9-4962-60E1-2813-98C7995F6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FEA048-CCE8-38FF-0333-1845457E6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7B0652-AF1B-2551-ED18-4D585E610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98660E-C70F-CA3D-B564-6AC0C83D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111C66-A791-E020-4D79-58624696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4D726B-E7C0-E1E5-BD15-009AAD48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8005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D3EFB-282D-6FB6-A636-3FC276FD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CEB51C-BBC3-7C47-42FB-DC8796DA7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49A47C0-B522-989B-2157-80B167525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8B3C28-F37E-A2CF-37E5-B68836B9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78896D-7AA0-44F0-8F3D-703A7631A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FF9C62-6E89-2F35-AC3E-BA789ECA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878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C8A15-5677-DEF7-2A72-59AFBF85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0B89F1-D4BA-5CB0-9E2A-038C0441A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C7DF27-756A-AE3D-2804-F3DF6188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135AB6-64D8-7A46-AD4B-8FF59134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EF51A4-BB00-59A3-A98B-DAA32E97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1103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327B35-C5DA-EBF8-7349-63DCCD446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C89515-08BF-F974-0213-F95722851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17132A-D81E-CFE5-769F-EAAFFE46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455905-4101-E098-9024-34CAA2BD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858DD5-3CC9-ACB1-1DF9-481E4C0E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190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45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B452EF9-D28F-C8A6-CAFA-BCA7D6E1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AFAC8-194B-64ED-CEAA-70C839B98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D81929-D396-DC6C-EA6B-1ECA40095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2AC5A-ADEF-4696-B71A-1D2E9257CD27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F80818-6F6B-4832-2387-CE7A98A4E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F8A5B-670A-F510-E06A-CA7BD0CF2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592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447"/>
            <a:ext cx="717546" cy="6857107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pt-BR" sz="900"/>
          </a:p>
        </p:txBody>
      </p:sp>
      <p:pic>
        <p:nvPicPr>
          <p:cNvPr id="3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25" y="447"/>
            <a:ext cx="857570" cy="68571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8845" y="1895964"/>
            <a:ext cx="7575511" cy="2263273"/>
          </a:xfrm>
          <a:prstGeom prst="roundRect">
            <a:avLst>
              <a:gd name="adj" fmla="val 4408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6" name="Shape 3"/>
          <p:cNvSpPr/>
          <p:nvPr/>
        </p:nvSpPr>
        <p:spPr>
          <a:xfrm>
            <a:off x="958846" y="4355616"/>
            <a:ext cx="7575510" cy="2305112"/>
          </a:xfrm>
          <a:prstGeom prst="roundRect">
            <a:avLst>
              <a:gd name="adj" fmla="val 4667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8" name="Shape 5"/>
          <p:cNvSpPr/>
          <p:nvPr/>
        </p:nvSpPr>
        <p:spPr>
          <a:xfrm>
            <a:off x="958845" y="661514"/>
            <a:ext cx="1949440" cy="1073010"/>
          </a:xfrm>
          <a:prstGeom prst="roundRect">
            <a:avLst>
              <a:gd name="adj" fmla="val 8947"/>
            </a:avLst>
          </a:prstGeom>
          <a:solidFill>
            <a:srgbClr val="1E607A">
              <a:alpha val="100000"/>
            </a:srgb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9" name="Shape 6"/>
          <p:cNvSpPr/>
          <p:nvPr/>
        </p:nvSpPr>
        <p:spPr>
          <a:xfrm>
            <a:off x="3092434" y="661514"/>
            <a:ext cx="1949440" cy="1073010"/>
          </a:xfrm>
          <a:prstGeom prst="roundRect">
            <a:avLst>
              <a:gd name="adj" fmla="val 8947"/>
            </a:avLst>
          </a:prstGeom>
          <a:solidFill>
            <a:srgbClr val="0094A2">
              <a:alpha val="100000"/>
            </a:srgb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10" name="Shape 7"/>
          <p:cNvSpPr/>
          <p:nvPr/>
        </p:nvSpPr>
        <p:spPr>
          <a:xfrm>
            <a:off x="5226023" y="661514"/>
            <a:ext cx="1949440" cy="1073010"/>
          </a:xfrm>
          <a:prstGeom prst="roundRect">
            <a:avLst>
              <a:gd name="adj" fmla="val 8947"/>
            </a:avLst>
          </a:prstGeom>
          <a:solidFill>
            <a:srgbClr val="36C7BA">
              <a:alpha val="100000"/>
            </a:srgb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11" name="Shape 8"/>
          <p:cNvSpPr/>
          <p:nvPr/>
        </p:nvSpPr>
        <p:spPr>
          <a:xfrm>
            <a:off x="7359612" y="661514"/>
            <a:ext cx="1949440" cy="1073010"/>
          </a:xfrm>
          <a:prstGeom prst="roundRect">
            <a:avLst>
              <a:gd name="adj" fmla="val 8947"/>
            </a:avLst>
          </a:prstGeom>
          <a:solidFill>
            <a:srgbClr val="02C7AB">
              <a:alpha val="100000"/>
            </a:srgb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12" name="Shape 9"/>
          <p:cNvSpPr/>
          <p:nvPr/>
        </p:nvSpPr>
        <p:spPr>
          <a:xfrm>
            <a:off x="7416762" y="731355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13" name="Shape 10"/>
          <p:cNvSpPr/>
          <p:nvPr/>
        </p:nvSpPr>
        <p:spPr>
          <a:xfrm>
            <a:off x="4203678" y="947227"/>
            <a:ext cx="775022" cy="77492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 sz="900"/>
          </a:p>
        </p:txBody>
      </p:sp>
      <p:pic>
        <p:nvPicPr>
          <p:cNvPr id="14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0553" y="746730"/>
            <a:ext cx="581270" cy="494070"/>
          </a:xfrm>
          <a:prstGeom prst="rect">
            <a:avLst/>
          </a:prstGeom>
        </p:spPr>
      </p:pic>
      <p:pic>
        <p:nvPicPr>
          <p:cNvPr id="15" name="Image 2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58892" y="908170"/>
            <a:ext cx="226057" cy="161451"/>
          </a:xfrm>
          <a:prstGeom prst="rect">
            <a:avLst/>
          </a:prstGeom>
        </p:spPr>
      </p:pic>
      <p:pic>
        <p:nvPicPr>
          <p:cNvPr id="16" name="Image 3" descr=" 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4356" y="661514"/>
            <a:ext cx="775022" cy="774928"/>
          </a:xfrm>
          <a:prstGeom prst="rect">
            <a:avLst/>
          </a:prstGeom>
        </p:spPr>
      </p:pic>
      <p:pic>
        <p:nvPicPr>
          <p:cNvPr id="17" name="Image 4" descr=" 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3589" y="670322"/>
            <a:ext cx="775022" cy="774928"/>
          </a:xfrm>
          <a:prstGeom prst="rect">
            <a:avLst/>
          </a:prstGeom>
        </p:spPr>
      </p:pic>
      <p:pic>
        <p:nvPicPr>
          <p:cNvPr id="18" name="Image 5" descr=" 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767" y="642722"/>
            <a:ext cx="775022" cy="77492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1022345" y="725006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20" name="Shape 12"/>
          <p:cNvSpPr/>
          <p:nvPr/>
        </p:nvSpPr>
        <p:spPr>
          <a:xfrm>
            <a:off x="3149584" y="731355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21" name="Shape 13"/>
          <p:cNvSpPr/>
          <p:nvPr/>
        </p:nvSpPr>
        <p:spPr>
          <a:xfrm>
            <a:off x="5283173" y="731355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pic>
        <p:nvPicPr>
          <p:cNvPr id="22" name="Image 6" descr=" 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394" y="750403"/>
            <a:ext cx="172392" cy="17236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3174984" y="750403"/>
            <a:ext cx="172387" cy="17236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 sz="900"/>
          </a:p>
        </p:txBody>
      </p:sp>
      <p:pic>
        <p:nvPicPr>
          <p:cNvPr id="24" name="Image 7" descr=" 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96527" y="771949"/>
            <a:ext cx="129294" cy="112444"/>
          </a:xfrm>
          <a:prstGeom prst="rect">
            <a:avLst/>
          </a:prstGeom>
        </p:spPr>
      </p:pic>
      <p:pic>
        <p:nvPicPr>
          <p:cNvPr id="25" name="Image 8" descr=" 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53999" y="815035"/>
            <a:ext cx="43098" cy="28732"/>
          </a:xfrm>
          <a:prstGeom prst="rect">
            <a:avLst/>
          </a:prstGeom>
        </p:spPr>
      </p:pic>
      <p:pic>
        <p:nvPicPr>
          <p:cNvPr id="26" name="Image 9" descr=" 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42161" y="750403"/>
            <a:ext cx="172392" cy="172365"/>
          </a:xfrm>
          <a:prstGeom prst="rect">
            <a:avLst/>
          </a:prstGeom>
        </p:spPr>
      </p:pic>
      <p:pic>
        <p:nvPicPr>
          <p:cNvPr id="27" name="Image 10" descr=" 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08572" y="750403"/>
            <a:ext cx="172392" cy="172365"/>
          </a:xfrm>
          <a:prstGeom prst="rect">
            <a:avLst/>
          </a:prstGeom>
        </p:spPr>
      </p:pic>
      <p:sp>
        <p:nvSpPr>
          <p:cNvPr id="28" name="Shape 15"/>
          <p:cNvSpPr/>
          <p:nvPr/>
        </p:nvSpPr>
        <p:spPr>
          <a:xfrm>
            <a:off x="234949" y="336952"/>
            <a:ext cx="247649" cy="247618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 sz="90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CF106F0-3EFE-4D47-06C5-B3CFCC935938}"/>
              </a:ext>
            </a:extLst>
          </p:cNvPr>
          <p:cNvSpPr txBox="1"/>
          <p:nvPr/>
        </p:nvSpPr>
        <p:spPr>
          <a:xfrm>
            <a:off x="1011136" y="123625"/>
            <a:ext cx="4332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1E607A"/>
                </a:solidFill>
                <a:latin typeface="Montserrat" panose="00000500000000000000" pitchFamily="2" charset="0"/>
              </a:rPr>
              <a:t>Dashboard SAC</a:t>
            </a: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D33C0531-BB71-694E-DC55-982E83E3C238}"/>
              </a:ext>
            </a:extLst>
          </p:cNvPr>
          <p:cNvSpPr/>
          <p:nvPr/>
        </p:nvSpPr>
        <p:spPr>
          <a:xfrm>
            <a:off x="8732171" y="1897199"/>
            <a:ext cx="3234016" cy="2230622"/>
          </a:xfrm>
          <a:prstGeom prst="roundRect">
            <a:avLst>
              <a:gd name="adj" fmla="val 4667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DC83D94A-0885-4081-BDE2-C6455134AB62}"/>
              </a:ext>
            </a:extLst>
          </p:cNvPr>
          <p:cNvSpPr/>
          <p:nvPr/>
        </p:nvSpPr>
        <p:spPr>
          <a:xfrm>
            <a:off x="9534889" y="661514"/>
            <a:ext cx="2431297" cy="1060638"/>
          </a:xfrm>
          <a:prstGeom prst="roundRect">
            <a:avLst>
              <a:gd name="adj" fmla="val 4667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740DC421-FE11-59C2-08FC-69B433A5AAF5}"/>
              </a:ext>
            </a:extLst>
          </p:cNvPr>
          <p:cNvSpPr/>
          <p:nvPr/>
        </p:nvSpPr>
        <p:spPr>
          <a:xfrm>
            <a:off x="8732171" y="4355616"/>
            <a:ext cx="3234016" cy="2305112"/>
          </a:xfrm>
          <a:prstGeom prst="roundRect">
            <a:avLst>
              <a:gd name="adj" fmla="val 4667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pic>
        <p:nvPicPr>
          <p:cNvPr id="1026" name="Picture 2" descr="Blog Excel, VBA e Power BI da Hashtag Treinamentos">
            <a:extLst>
              <a:ext uri="{FF2B5EF4-FFF2-40B4-BE49-F238E27FC236}">
                <a16:creationId xmlns:a16="http://schemas.microsoft.com/office/drawing/2014/main" id="{1F4B43DD-1856-4266-B5CC-90D8D26B5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37" y="157894"/>
            <a:ext cx="484175" cy="67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Montserrat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Alon Pinheiro</dc:creator>
  <cp:lastModifiedBy>Alon Pinheiro</cp:lastModifiedBy>
  <cp:revision>6</cp:revision>
  <dcterms:created xsi:type="dcterms:W3CDTF">2026-01-09T16:03:56Z</dcterms:created>
  <dcterms:modified xsi:type="dcterms:W3CDTF">2026-01-09T21:14:53Z</dcterms:modified>
</cp:coreProperties>
</file>